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F1E3D"/>
          </a:solidFill>
          <a:ln/>
        </p:spPr>
      </p:sp>
      <p:sp>
        <p:nvSpPr>
          <p:cNvPr id="4" name="Shape 2"/>
          <p:cNvSpPr/>
          <p:nvPr/>
        </p:nvSpPr>
        <p:spPr>
          <a:xfrm>
            <a:off x="8991295" y="3657600"/>
            <a:ext cx="5486400" cy="5486400"/>
          </a:xfrm>
          <a:prstGeom prst="ellipse">
            <a:avLst/>
          </a:prstGeom>
          <a:solidFill>
            <a:srgbClr val="1015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MyDraft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EARLY-ADOPTER PLAYBOOK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win your first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paying users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Superhuman, Hey, Notion, Linear and the best SaaS launches did to turn early users into revenue, feedback and word-of-mouth — and the exact plan to do it for MyDraft.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guide  · 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adopters don't buy features. They buy being first.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insight that makes every tactic in this deck work.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06040"/>
            <a:ext cx="54864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60320"/>
            <a:ext cx="27227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first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3246120"/>
            <a:ext cx="267705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want the story: “I found MyDraft before everyone else.” Status is the product.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8698" y="228600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43018" y="2606040"/>
            <a:ext cx="54864" cy="4572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4871618" y="2560320"/>
            <a:ext cx="27227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something others won't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71618" y="3246120"/>
            <a:ext cx="267705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price, a badge, or access that late-comers can never have. Reward the risk of being early.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7317" y="228600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71637" y="2606040"/>
            <a:ext cx="54864" cy="4572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8600237" y="2560320"/>
            <a:ext cx="27227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voice in what you build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00237" y="3246120"/>
            <a:ext cx="267705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users will forgive rough edges if they feel heard. Feedback is the trade for the discount.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 to avoid: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discounting to strangers who don't care. A cheap price with no story just trains people to wait for cheaper. Always pair the offer with identity and access.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MyDraft  ·  Early-Adopter Playbook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best launches did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proven models. Each solved a different problem — pick the one that fits MyDraft's stage.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91153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507992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they did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lesson for you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2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Superhuman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A0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Invite-only waitlist (450k people) + 1:1 onboarding + $30/mo when rivals were free.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A0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Scarcity + a premium price makes a product aspirational. Friction can be a feature.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Hey.com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A0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Announced a bold $99/yr price up front and reframed “free” email as the expensive option.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A0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with price and a strong opinion. Charge for values (privacy), not just features.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A0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generous free tier, loud early community, personal founder replies.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A0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 early users room to fall in love, then monetize depth and teams later.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A0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Design-led private beta, invite codes, ships-in-public changelog.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A0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Craft + exclusivity attracts high-quality users who become evangelists.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AppSumo LTDs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A0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One-time “lifetime” deals to early buyers for a burst of cash + feedback.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A0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Great for validation and runway — but caps future revenue. Use sparingly and capped.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MyDraft  ·  Early-Adopter Playbook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Superhuman — scarcity as strategy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most-studied SaaS launch. An email app that charged $30/mo and hit a $2B valuation.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4864" cy="685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860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Waitlist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70048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joining feel like an achievement. A 450k-person line created genuine FOMO.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54864" cy="685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3832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Concierge onboarding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767328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1:1 session got every user to their “aha” fast — and doubled as sales + research.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526280"/>
            <a:ext cx="54864" cy="685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4805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price on purpose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864608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$30/mo filtered for professionals who valued speed. Price signalled quality.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0" y="2286000"/>
            <a:ext cx="4510735" cy="3291840"/>
          </a:xfrm>
          <a:prstGeom prst="roundRect">
            <a:avLst>
              <a:gd name="adj" fmla="val 2222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25146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 this for MyDraft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69480" y="2971800"/>
            <a:ext cx="4160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 short “early access” list beats an open signup. Even a 1–2 week wait adds value.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Offer a 15-min “inbox setup” call to your first 100 users. You'll learn more than any survey.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Don't be afraid of your Pro price. Early users who pay are the ones who stay.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MyDraft  ·  Early-Adopter Playbook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· SUPERHUMAN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Hey.com — a bold price is a message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$99/yr email service won in a market of free giants.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54298" cy="2286000"/>
          </a:xfrm>
          <a:prstGeom prst="roundRect">
            <a:avLst>
              <a:gd name="adj" fmla="val 3200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6888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up front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295137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announced $99/yr before launch. No hiding, no “contact sales.” Confidence sells.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8698" y="2286000"/>
            <a:ext cx="3454298" cy="2286000"/>
          </a:xfrm>
          <a:prstGeom prst="roundRect">
            <a:avLst>
              <a:gd name="adj" fmla="val 3200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3018" y="246888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Reframe the default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43018" y="2971800"/>
            <a:ext cx="295137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“Free email costs you your privacy — that's the expensive option.” They changed the comparison.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7317" y="2286000"/>
            <a:ext cx="3454298" cy="2286000"/>
          </a:xfrm>
          <a:prstGeom prst="roundRect">
            <a:avLst>
              <a:gd name="adj" fmla="val 3200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71637" y="246888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opinion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71637" y="2971800"/>
            <a:ext cx="295137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Screener, no spy pixels, no ads. People pay to belong to a point of view.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171923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MyDraft's version: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have a strong opinion — AI that drafts in </a:t>
            </a:r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voice, privacy-first (we never touch the real mailbox), global multilingual replies. Say it loudly on the pricing page. Make “doing it by hand” feel like the expensive option.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MyDraft  ·  Early-Adopter Playbook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· HEY.COM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early-adopter offers, compared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based on what you need most right now: cash, validation, or growth.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1091153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434840"/>
                <a:gridCol w="3547872"/>
              </a:tblGrid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when you need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 out for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23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Founding-member price lock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AA0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Loyalty + recurring revenue. Reward early users with a rate locked forever.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AA0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 it capped &amp; time-boxed so it stays special.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Early-bird discount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AA0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Buzz + a launch deadline. “$3.99/mo during beta, $7.99 after.”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AA0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Have a clear end date, or people wait forever.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5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Waitlist / exclusivity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AA0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premium, high-touch product. Scarcity raises perceived value.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AA0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works if the product delivers on arrival.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Generous free → upgrade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AA0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top-of-funnel growth and network effects.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AA0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Slower revenue; needs a strong reason to upgrade.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MyDraft  ·  Early-Adopter Playbook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COMPARED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play: the MyDraft Founding 500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clear, capped offer that stacks status, savings and access.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500 paying users become Founding Members.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 locked at $3.99/mo forever (reg. $7.99)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 permanent “Founding Member” badge in-app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2× monthly AI credits for the first 3 months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 direct line to the founder + a say in the roadmap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Locks in before public launch price rises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2194560"/>
            <a:ext cx="5150815" cy="3840480"/>
          </a:xfrm>
          <a:prstGeom prst="roundRect">
            <a:avLst>
              <a:gd name="adj" fmla="val 1905"/>
            </a:avLst>
          </a:prstGeom>
          <a:solidFill>
            <a:srgbClr val="171923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20840" y="283464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Capped at 500 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real scarcity, real urgency.
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Price-lock, not lifetime 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you keep recurring revenue (no LTD trap).
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+ founder access 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 “being first” status they crave.
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credits 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gets them to the AI “aha” fast.
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your stack 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it's a Stripe price + a user flag you already have.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MyDraft  ·  Early-Adopter Playbook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RECOMMENDED PLAY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 early discount barely dents your revenue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 that lets you be generous with early users without fear.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22144" cy="2011680"/>
          </a:xfrm>
          <a:prstGeom prst="roundRect">
            <a:avLst>
              <a:gd name="adj" fmla="val 3636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514600"/>
            <a:ext cx="2156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$3.99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22021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rate you offer (vs $7.99 list)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36544" y="2286000"/>
            <a:ext cx="2522144" cy="2011680"/>
          </a:xfrm>
          <a:prstGeom prst="roundRect">
            <a:avLst>
              <a:gd name="adj" fmla="val 3636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9424" y="2514600"/>
            <a:ext cx="2156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19424" y="3383280"/>
            <a:ext cx="22021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give up in year 1 per member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2286000"/>
            <a:ext cx="2522144" cy="2011680"/>
          </a:xfrm>
          <a:prstGeom prst="roundRect">
            <a:avLst>
              <a:gd name="adj" fmla="val 3636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5888" y="2514600"/>
            <a:ext cx="2156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24+ mo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15888" y="3383280"/>
            <a:ext cx="22021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time a happy SaaS user stays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29471" y="2286000"/>
            <a:ext cx="2522144" cy="2011680"/>
          </a:xfrm>
          <a:prstGeom prst="roundRect">
            <a:avLst>
              <a:gd name="adj" fmla="val 3636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2351" y="2514600"/>
            <a:ext cx="2156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win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12351" y="3383280"/>
            <a:ext cx="22021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+ referrals + reviews &gt; the discount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911535" cy="1417320"/>
          </a:xfrm>
          <a:prstGeom prst="roundRect">
            <a:avLst>
              <a:gd name="adj" fmla="val 5161"/>
            </a:avLst>
          </a:prstGeom>
          <a:solidFill>
            <a:srgbClr val="171923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00600"/>
            <a:ext cx="103628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takeaway: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member who joins at $3.99 and stays two years still pays you ~$96, plus the reviews and referrals that only early fans give. The discount is a rounding error against their lifetime value — so be bold, cap the offer, and let it drive urgency. </a:t>
            </a:r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for illustration; track your own retention.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MyDraft  ·  Early-Adopter Playbook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MATH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90-day launch plan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simple, sequenced path from “nobody knows us” to a paying founding cohort.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54298" cy="3840480"/>
          </a:xfrm>
          <a:prstGeom prst="roundRect">
            <a:avLst>
              <a:gd name="adj" fmla="val 2118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23160"/>
            <a:ext cx="54864" cy="41148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95728"/>
            <a:ext cx="28142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1–30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697480"/>
            <a:ext cx="28142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list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272277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“early access” waitlist page</a:t>
            </a:r>
            <a:endParaRPr lang="en-US" sz="1200" dirty="0"/>
          </a:p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the build in public (LinkedIn/X)</a:t>
            </a:r>
            <a:endParaRPr lang="en-US" sz="1200" dirty="0"/>
          </a:p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50 ideal users for 15-min calls</a:t>
            </a:r>
            <a:endParaRPr lang="en-US" sz="1200" dirty="0"/>
          </a:p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the Founding Member price in Stripe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8698" y="2194560"/>
            <a:ext cx="3454298" cy="3840480"/>
          </a:xfrm>
          <a:prstGeom prst="roundRect">
            <a:avLst>
              <a:gd name="adj" fmla="val 2118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3018" y="2423160"/>
            <a:ext cx="54864" cy="41148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4825898" y="2395728"/>
            <a:ext cx="28142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31–60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5898" y="2697480"/>
            <a:ext cx="28142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&amp; convert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25898" y="3246120"/>
            <a:ext cx="272277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in small batches; keep a short wait</a:t>
            </a:r>
            <a:endParaRPr lang="en-US" sz="1200" dirty="0"/>
          </a:p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1:1 onboarding for the first 100</a:t>
            </a:r>
            <a:endParaRPr lang="en-US" sz="1200" dirty="0"/>
          </a:p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the Founding 500 offer with a cap counter</a:t>
            </a:r>
            <a:endParaRPr lang="en-US" sz="1200" dirty="0"/>
          </a:p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every happy user for a testimonial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7317" y="2194560"/>
            <a:ext cx="3454298" cy="3840480"/>
          </a:xfrm>
          <a:prstGeom prst="roundRect">
            <a:avLst>
              <a:gd name="adj" fmla="val 2118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1637" y="2423160"/>
            <a:ext cx="54864" cy="41148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8554517" y="2395728"/>
            <a:ext cx="28142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61–90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54517" y="2697480"/>
            <a:ext cx="28142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54517" y="3246120"/>
            <a:ext cx="272277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Hunt / community launch</a:t>
            </a:r>
            <a:endParaRPr lang="en-US" sz="1200" dirty="0"/>
          </a:p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testimonials into the pricing page</a:t>
            </a:r>
            <a:endParaRPr lang="en-US" sz="1200" dirty="0"/>
          </a:p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referral reward (you already have referrals)</a:t>
            </a:r>
            <a:endParaRPr lang="en-US" sz="1200" dirty="0"/>
          </a:p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 “X of 500 claimed” to drive urgency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MyDraft  ·  Early-Adopter Playbook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PLAN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measure — and what to avoid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few numbers that predict success. Kill the tactics that quietly hurt you.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that matter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88036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Activation: % who send their first AI draft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Waitlist → paid conversion rate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Week-4 retention of founding members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Referrals per happy user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slots claimed (of 500)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2194560"/>
            <a:ext cx="5242255" cy="3840480"/>
          </a:xfrm>
          <a:prstGeom prst="roundRect">
            <a:avLst>
              <a:gd name="adj" fmla="val 1905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flags to avoid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88036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✕"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Endless discounts that never expire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✕"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 waitlist with no real wait (no value)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✕"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 lifetime deals you can't afford to support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✕"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Chasing signups you never talk to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✕"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Launching loudly before onboarding is smooth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MyDraft  ·  Early-Adopter Playbook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RED FLAGS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 in one 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 April Dunford's format. This is the sentence that sells the founding offer.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911535" cy="2103120"/>
          </a:xfrm>
          <a:prstGeom prst="roundRect">
            <a:avLst>
              <a:gd name="adj" fmla="val 3478"/>
            </a:avLst>
          </a:prstGeom>
          <a:solidFill>
            <a:srgbClr val="171923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606040"/>
            <a:ext cx="1018001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</a:t>
            </a:r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 professionals drowning in email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who </a:t>
            </a:r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great replies without the time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MyDraft is the </a:t>
            </a:r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inbox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</a:t>
            </a:r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in your voice, in any language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Unlike doing it by hand or generic AI, </a:t>
            </a:r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learn how you write and never touch your real mailbox.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Founding-member hook: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120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“Be one of the first 500. Lock in half-price Pro forever and help shape the product.”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MyDraft  ·  Early-Adopter Playbook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next 7 actions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concrete steps you can start this week.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40864"/>
            <a:ext cx="310896" cy="3108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408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2240280"/>
            <a:ext cx="99971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the Founding 500 terms (price lock + badge + bonus credits).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0D0E15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907792"/>
            <a:ext cx="310896" cy="3108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077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2807208"/>
            <a:ext cx="99971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waitlist / early-access page with a slot counter.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374136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474720"/>
            <a:ext cx="310896" cy="3108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747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3374136"/>
            <a:ext cx="99971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Founding Member price in Stripe and the user flag.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941064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0D0E15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041648"/>
            <a:ext cx="310896" cy="3108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0416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5880" y="3941064"/>
            <a:ext cx="99971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pricing page that frames “by hand” as the expensive option.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507992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608576"/>
            <a:ext cx="310896" cy="3108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085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4507992"/>
            <a:ext cx="99971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15-min onboarding calls with your first 25 users.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074920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0D0E15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175504"/>
            <a:ext cx="310896" cy="3108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1755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5074920"/>
            <a:ext cx="99971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a referral reward for founding members.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641848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12131C"/>
          </a:solidFill>
          <a:ln w="12700">
            <a:solidFill>
              <a:srgbClr val="23252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742432"/>
            <a:ext cx="310896" cy="31089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742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25880" y="5641848"/>
            <a:ext cx="99971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 Product Hunt / community launch for day ~75.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MyDraft  ·  Early-Adopter Playbook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further reading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strategy above is grounded in public breakdowns of real launches.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0911535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Rahul Vohra — Superhuman’s waitlist, concierge onboarding &amp; PMF engine (First Round Review, Lenny’s Newsletter).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Basecamp / Hey.com — public $99/yr launch positioning and “free is the expensive option” messaging (hey.com, Signal v. Noise).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 &amp; Linear — generous free tier, community-led growth, invite-based betas (public blogs &amp; changelogs).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AppSumo — lifetime-deal mechanics and trade-offs for early-stage SaaS (appsumo.com, founder write-ups).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Dunford — “Obviously Awesome” positioning framework.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SaaS Benchmarks — AI monetization &amp; value-based pricing trends.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56692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are illustrative benchmarks — validate against MyDraft’s own analytics as data comes in.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MyDraft  ·  Early-Adopter Playbook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2026-07-04T07:49:49Z</dcterms:created>
  <dcterms:modified xsi:type="dcterms:W3CDTF">2026-07-04T07:49:49Z</dcterms:modified>
</cp:coreProperties>
</file>