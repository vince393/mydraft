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MyDraft: First 1,000 Customers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research-backed acquisition plan on a limited budget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documented playbooks of Superhuman, Hey.com, Missive, Boomerang, SaneBox and 2025–26 channel benchmarks  •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First, the honest truth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 is “100% guaranteed” — but the odds can be stacked heavily in your favor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marketing is guaranteed — anyone promising that is selling you something.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proven: the specific playbooks that took email apps from 0 to thousands of users, and the current cost benchmarks for every channel.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plan stacks the highest-probability, lowest-cost moves in the right order, with numbers behind each one.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from the research: at your prices ($2.99–$19.99/mo), typical B2B SaaS paid-ads math is fatal (CAC of $200–$800 per customer).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Winners at your price point grew through: word of mouth, communities, SEO comparison pages, referrals, and PR moments — not big ad budgets.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email apps like yours actually got their first users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813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Superhuman ($30/mo)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personally onboarded first 200 users in 1:1 calls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the “very disappointed” survey to sharpen the product (22% → 58%)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+ weekly invite batches created exclusivity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4813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Boomerang (free+paid)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18745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hand-picked beta users → 70,000 downloads in 30 days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via Twitter DMs to journalists who covered similar tools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Invite-code scarcity + a product video; Lifehacker alone sent 15k visits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14813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Missive ($1M ARR, $0 ads)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83880" y="18745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“Never spent a dime on marketing”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competitor-comparison pages for SEO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Cold-emailed people they admired for feedback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program became the biggest growth lever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1330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Hey.com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5262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 launch; famous people first, who nominated others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Apple App Store fight became free PR rocket fuel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a story journalists want to tell beats an ad budget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40233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41330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SaneBox (bootstrapped)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45262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setup (works with any inbox — like yours)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endorsements (PCMag) + professional word of mouth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relied on paid acquisition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40233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41330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3880" y="45262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Nail a small group of delighted users first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Engineer word of mouth (referrals, invites, comparisons)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Earn one or two PR/launch spikes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Paid ads come LAST, once the funnel converts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MyDraft's unfair advantages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already have that most competitors at this stage don't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product that's live, published, and taking payments — most “AI email” tools are waitlists.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plan + 14-day Pro trial: both entry doors already built.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angle: translation, tone and culture-aware replies — a niche most competitors (Superhuman, Shortwave) ignore. This is your wedge.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Gmail, Outlook, and any IMAP inbox — zero-switching-cost, like SaneBox's winning zero-friction setup.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referral system (25 credits per friend) — the machinery for word of mouth already exists.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 ($2.99+) is an impulse buy vs. Superhuman at $30/mo — “Superhuman results at 1/10 the price” is a real message.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plan: 4 phases to 1,000 customers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41B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(Mo 1–2)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 first 50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 onboarding, communities, feedback loop. Budget: ~$50/mo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5544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41B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1296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(Mo 2–4)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11296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spikes: to 200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11296" y="27432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 + directories + Reddit + PR outreach. Budget: ~$100/mo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4496" y="15544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41B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(Mo 3–8)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64224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Compounding: to 500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64224" y="27432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comparison pages, short-form video, referral push. Budget: ~$150/mo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07424" y="155448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141B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17152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(Mo 6–12)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17152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what works: to 1,000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17152" y="27432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paid tests ONLY on proven funnel + affiliates. Budget: ~$300/mo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cash spend to 1,000 customers: roughly $1,500–$2,500 over 9–12 months. The main investment is your time.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Foundation: your first 50 customers (Months 1–2)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Superhuman + Boomerang: hand-pick, onboard personally, listen hard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50–100 hand-picked users from your own network + targeted communities (see next slide). Personally onboard each one — a 15-min video call or a personal email.</a:t>
            </a:r>
            <a:endParaRPr lang="en-US" sz="1450" dirty="0"/>
          </a:p>
          <a:p>
            <a:pPr lvl="1" marL="3048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Superhuman's founder did this for his first 200 users; Boomerang's 55 hand-cultivated beta users made their 70k-download launch possible.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“very disappointed” survey after 2 weeks: “How would you feel if you could no longer use MyDraft?” Target: 40%+ say “very disappointed.”</a:t>
            </a:r>
            <a:endParaRPr lang="en-US" sz="1450" dirty="0"/>
          </a:p>
          <a:p>
            <a:pPr lvl="1" marL="3048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40%? Fix what the “somewhat disappointed” group asks for before spending anything on growth.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your pitch on ONE wedge: “The AI email app for people who work across languages” — translation + tone + summaries. Own a niche before going broad.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every happy user for 3 things: a testimonial, a referral (they have 25-credit rewards), and where they hang out online.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~$50/mo (small thank-you credits, a coffee gift card for calls). Goal: 50 paying + a repeatable pitch that converts.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first users are hiding (all free to reach)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813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(highest intent, proven)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shows up in 97.5% of Google “best X” product searches — posts rank for years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wins: founders getting first 10–47 customers from Reddit alone, zero ad spend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r/productivity, r/gmail, r/Outlook, r/smallbusiness, r/freelance, r/digitalnomad, language-learning and expat subs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be a helpful member first; share MyDraft when genuinely relevant. Never spam.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4813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 communities for your wedge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Expat / immigrant professional groups (Facebook, Slack, Discord)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 communities: Upwork forums, r/freelance, Indie Hackers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Customer-support and VA communities (they answer email all day)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Non-native-English professionals on LinkedIn — your translation + tone features solve a daily pain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0416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outreach (Missive's move)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Missive cold-emailed people they admired; it worked because they asked for feedback, not money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5/day: “I built an AI email tool for multilingual work — would you try it and tell me what's broken? Free Pro on me.”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150/month → expect 15–30 replies, 10+ real users, priceless feedback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93192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40416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inbox lists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443484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you've ever emailed about the product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1st-degree connections in target roles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free users who haven't upgraded — personally ask what's missing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Launch spikes: 50 → 200 (Months 2–4)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coordinated month of launches, timed AFTER the product survey passes 40%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 — do it, but with realistic expectations:</a:t>
            </a:r>
            <a:endParaRPr lang="en-US" sz="1450" dirty="0"/>
          </a:p>
          <a:p>
            <a:pPr lvl="1" marL="3048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~10% of launches get featured now; featured status drives ~70% of outcomes. Rally your first 50 users + network for launch day (60% of traffic is in the first 24h).</a:t>
            </a:r>
            <a:endParaRPr lang="en-US" sz="1450" dirty="0"/>
          </a:p>
          <a:p>
            <a:pPr lvl="1" marL="3048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Top-10 finish = 1,000–3,000 visitors, 30–100 signups. Treat it as a credibility badge + backlink, not a customer firehose.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directories — cheap, compounding listings:</a:t>
            </a:r>
            <a:endParaRPr lang="en-US" sz="1450" dirty="0"/>
          </a:p>
          <a:p>
            <a:pPr lvl="1" marL="3048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There's An AI For That (~1–3M visits/mo), Toolify (~520k), Futurepedia (~485k, paid listing guarantees 1,000+ clicks), Future Tools, Aixploria. List on ALL free ones; test one paid listing (~$100–$300).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HN (Hacker News) — free lottery ticket with a real prize: a strong post brings 10k–30k visitors and ranks on Google for years. Angle: the tech story (how you built AI threading/translation).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the Boomerang way: DM 15–20 journalists/newsletter writers who covered email or AI tools in the last 6 months. Pitch the story, not the product: “AI email is a luxury at $30/mo. I built it for $2.99.”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2–4 traffic spikes, 3,000+ visitors, ~150 new paying customers cumulative. Budget: ~$100/mo.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Compounding channels: 200 → 500 (Months 3–8)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channels that keep paying after you stop pushing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comparison pages (Missive's proven play — their #1 organic channel):</a:t>
            </a:r>
            <a:endParaRPr lang="en-US" sz="1450" dirty="0"/>
          </a:p>
          <a:p>
            <a:pPr lvl="1" marL="3048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“MyDraft vs Superhuman”, “Superhuman alternatives under $10”, “best AI email assistant for non-native English speakers”, “AI email translator”, “how to write professional emails in English”.</a:t>
            </a:r>
            <a:endParaRPr lang="en-US" sz="1450" dirty="0"/>
          </a:p>
          <a:p>
            <a:pPr lvl="1" marL="3048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a programmatic SEO push took a small SaaS from 67 → 2,100 signups/month in 10 months. Write 2 pages/week; they compound for years.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Short-form video (TikTok / Reels / Shorts) — the highest-ROI format per HubSpot 2026:</a:t>
            </a:r>
            <a:endParaRPr lang="en-US" sz="1450" dirty="0"/>
          </a:p>
          <a:p>
            <a:pPr lvl="1" marL="3048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that works for apps: problem-first hooks (“POV: 47 unread emails in a language you barely speak”) + 15-second demos. 2–3 posts/week; expect first traction in 30–45 days.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push: your 25-credit two-sided referral is built. Now surface it — after every 5th AI reply, in the welcome email, on the credits page. SaaS benchmarks: 10–15% of active users will participate; referred users retain ~37% better.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newsletter test: a $50–$250 slot in a small productivity/expat newsletter (under 5k subs). Measure signups; repeat only if cost per customer &lt; $10.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300 new customers over 6 months, majority from search + referrals. Budget: ~$150/mo.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Scale what works: 500 → 1,000 (Months 6–12)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now does paid advertising make sense — small, and only on proof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ads waited: Meta needs ~50 conversions/week per ad set to optimize properly. On $10–$20/day you can't buy that with cold traffic — but you CAN retarget warm traffic cheaply.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retargeting only: visitors + free users who didn't upgrade. Your Meta Pixel with Purchase/StartTrial events is already installed and firing. $10–15/day.</a:t>
            </a:r>
            <a:endParaRPr lang="en-US" sz="1450" dirty="0"/>
          </a:p>
          <a:p>
            <a:pPr lvl="1" marL="3048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CPC ~$0.70–$0.78 vs Google search $5–15 for software keywords — Meta wins at your budget.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an affiliate program (Missive's biggest growth lever): 30% recurring commission to productivity YouTubers, newsletter writers, and expat bloggers. You pay only for results.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whichever Phase 3 channel produced the cheapest customers — more comparison pages, more video, or more newsletters. Kill the rest.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a reverse-trial test: benchmarks show no-card trials convert ~9–15%, card-required ~31–50% (at lower volume). Test on 50% of traffic once volume allows.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500 new customers in 6 months. Budget: ~$300/mo, every dollar against a measured cost-per-customer.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NOT to do (money-savers)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these is a documented trap for products priced like yours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Broad cold Meta/Google ads now. B2B SaaS CAC benchmarks run $230–$800 per customer — you'd pay 10–20 years of subscription value per signup.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AppSumo lifetime deals. Average deal nets founders ~$1,775 at 84% discount, you support those users forever, and ~40% of LTD products die within 3 years. Wrong fit for a $2.99–$19.99 subscription.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Chasing #1 on Product Hunt. Documented case: #1 Product of the Day with 612 upvotes → exactly 1 paying customer. Rank doesn't correlate with revenue anymore.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Paying influencers upfront. Use revenue-share affiliates instead — you pay only when a customer pays.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Building more features as a growth strategy. Between 50–500 customers, distribution is the bottleneck, not the product.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Spreading across every channel at once. Each phase has 2–3 focus channels. Depth beats breadth on a small budget.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to 1,000 customers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funnel using researched benchmarks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03120"/>
                <a:gridCol w="228600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Visitors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Signups (2–4%)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Paying (10–15% of signups)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1: personal network + concierge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 direct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2: PH + directories + HN + PR spikes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8,000–15,000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250–500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3: SEO + video + communities (compounding)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30,000–60,000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900–2,000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4: retargeting + affiliates + best channel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40,000–70,000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1,300–2,500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Referrals throughout (10–15% participation)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5EA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~80k–145k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~2,600–5,100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Trial→paid benchmark for no-card trials: ~9–15%. Free→paid freemium: ~3–5%. The blend above assumes you keep improving onboarding as you learn.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an average ~$8/mo per customer, 1,000 customers ≈ $8,000 MRR ≈ $96k/year run-rate.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weekly rhythm (≈10 hours/week)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813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week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Mon: 1 SEO comparison/how-to page (2h)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Tue: 5 cold outreach emails + community replies (1h)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Wed: 1–2 short-form videos (2h)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Thu: personally onboard/check in with new users (2h)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Fri: check numbers — signups, trial→paid, cost per customer (1h)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4813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month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ONE growth experiment (newsletter slot, new directory, new subreddit)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your list: what's new + one useful email tip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5 happiest users for testimonials/referrals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worst-performing activity; double the best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155680" cy="2103120"/>
          </a:xfrm>
          <a:prstGeom prst="roundRect">
            <a:avLst>
              <a:gd name="adj" fmla="val 3478"/>
            </a:avLst>
          </a:prstGeom>
          <a:solidFill>
            <a:srgbClr val="14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04164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metric that matters at each stage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0–50 customers: % of users who'd be “very disappointed” without MyDraft (target 40%+)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50–500: cost per paying customer by channel (target: under 3 months of subscription value, ~$25)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500–1,000: monthly churn (target: under 5% — at your price, retention IS the growth strategy)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30 days — start here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List 100 people/places to reach (network, subreddits, communities). Write your one-line wedge pitch. Set up a simple tracking sheet: source → signup → paid.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2: Personally invite 25 people (free Pro month). Onboard each one. Join 5 communities and start being helpful — no pitching yet.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Invite 25 more. Publish your first 2 comparison pages. Submit MyDraft to every free AI directory (there are 10+).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4: Run the “very disappointed” survey on everyone. Post your first 2 short videos. Draft your Product Hunt launch plan for Month 2–3.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this month: under $100. Outcome: 15–25 paying customers, a validated pitch, and a launch runway.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sources behind this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Superhuman PMF engine &amp; concierge onboarding — First Round Review (review.firstround.com)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Boomerang: 55 beta users → 70k downloads in 30 days — Boomerang blog launch retrospective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Missive: $1M ARR with zero ad spend; comparison-page SEO + affiliates — missiveapp.com blog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Hey.com launch mechanics — TechCrunch, June 2020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Hunt 2024–26 reality (10% featured, rank ≠ revenue) — founder surveys via MySignature.io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AppSumo deal economics (770+ deal analysis, avg $1,775 to founder) — third-party analyses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directory traffic — SEMrush/SimilarWeb estimates 2025 (TAAFT, Toolify, Futurepedia)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benchmarks — WordStream/LocaliQ 2025–26 (16,446 campaigns); Meta CPC/CPM agency aggregates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&amp; freemium conversion — ChartMogul 2026 study, OpenView, ProfitWell/Price Intelligently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benchmarks &amp; Dropbox case — Influitive, SaaSquatch, ReferralCandy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case (67 → 2,100 signups/mo in 10 months) — Omnius programmatic SEO case study, Apr 2025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5E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Short-form video ROI — HubSpot 2026 State of Marketing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several channel benchmarks are directional aggregates — treat every number as a starting hypothesis and let your own tracking sheet be the final judge.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2026-07-22T02:38:04Z</dcterms:created>
  <dcterms:modified xsi:type="dcterms:W3CDTF">2026-07-22T02:38:04Z</dcterms:modified>
</cp:coreProperties>
</file>